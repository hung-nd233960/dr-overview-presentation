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last scan, so cards chain (x6 then x3 = x18 of the start). The new image appears for both teams, so they compare; once anyone has played, the START image appears as a reference column. The first team's card is blocked for the second team that round. First pick alternates (the Random button decides round 1). Clocks: 30 seconds per turn (timeout means that team stands) and 3 minutes for the whole game (when it ends both teams stand).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3 min</a:t>
            </a:r>
            <a:endParaRPr lang="en-US" sz="1600" dirty="0"/>
          </a:p>
        </p:txBody>
      </p:sp>
      <p:sp>
        <p:nvSpPr>
          <p:cNvPr id="7" name="Text 4"/>
          <p:cNvSpPr txBox="1"/>
          <p:nvPr/>
        </p:nvSpPr>
        <p:spPr>
          <a:xfrm>
            <a:off x="3063240" y="1188720"/>
            <a:ext cx="2880360" cy="502920"/>
          </a:xfrm>
          <a:prstGeom prst="roundRect">
            <a:avLst>
              <a:gd name="adj" fmla="val 14545"/>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4325C"/>
                </a:solidFill>
                <a:latin typeface="Calibri" pitchFamily="34" charset="0"/>
                <a:ea typeface="Calibri" pitchFamily="34" charset="-122"/>
                <a:cs typeface="Calibri" pitchFamily="34" charset="-120"/>
              </a:rPr>
              <a:t>30 s per turn · 3:00 total</a:t>
            </a:r>
            <a:endParaRPr lang="en-US" sz="1600" dirty="0"/>
          </a:p>
        </p:txBody>
      </p:sp>
      <p:sp>
        <p:nvSpPr>
          <p:cNvPr id="8" name="Text 5"/>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10" name="Text 7"/>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It multiplies your last scan, so cards chain.</a:t>
            </a:r>
            <a:endParaRPr lang="en-US" sz="1800" dirty="0"/>
          </a:p>
        </p:txBody>
      </p:sp>
      <p:sp>
        <p:nvSpPr>
          <p:cNvPr id="12" name="Text 9"/>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4" name="Text 11"/>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2"/>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(timeout = STAND). Last image counts.</a:t>
            </a:r>
            <a:endParaRPr lang="en-US" sz="1800" dirty="0"/>
          </a:p>
        </p:txBody>
      </p:sp>
      <p:sp>
        <p:nvSpPr>
          <p:cNvPr id="16" name="Text 13"/>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7"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8" name="Shape 14"/>
          <p:cNvSpPr/>
          <p:nvPr/>
        </p:nvSpPr>
        <p:spPr>
          <a:xfrm>
            <a:off x="8915400" y="2423160"/>
            <a:ext cx="411480" cy="0"/>
          </a:xfrm>
          <a:prstGeom prst="line">
            <a:avLst/>
          </a:prstGeom>
          <a:noFill/>
          <a:ln w="38100">
            <a:solidFill>
              <a:srgbClr val="14325C"/>
            </a:solidFill>
            <a:prstDash val="solid"/>
            <a:tailEnd type="triangle"/>
          </a:ln>
        </p:spPr>
      </p:sp>
      <p:pic>
        <p:nvPicPr>
          <p:cNvPr id="19"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20" name="Text 15"/>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1" name="Text 16"/>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2" name="Text 17"/>
          <p:cNvSpPr txBox="1"/>
          <p:nvPr/>
        </p:nvSpPr>
        <p:spPr>
          <a:xfrm>
            <a:off x="640080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×⅙</a:t>
            </a:r>
            <a:endParaRPr lang="en-US" sz="1800" dirty="0"/>
          </a:p>
        </p:txBody>
      </p:sp>
      <p:sp>
        <p:nvSpPr>
          <p:cNvPr id="23" name="Text 18"/>
          <p:cNvSpPr txBox="1"/>
          <p:nvPr/>
        </p:nvSpPr>
        <p:spPr>
          <a:xfrm>
            <a:off x="706831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×¼</a:t>
            </a:r>
            <a:endParaRPr lang="en-US" sz="1800" dirty="0"/>
          </a:p>
        </p:txBody>
      </p:sp>
      <p:sp>
        <p:nvSpPr>
          <p:cNvPr id="24" name="Text 19"/>
          <p:cNvSpPr txBox="1"/>
          <p:nvPr/>
        </p:nvSpPr>
        <p:spPr>
          <a:xfrm>
            <a:off x="773582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×⅓</a:t>
            </a:r>
            <a:endParaRPr lang="en-US" sz="1800" dirty="0"/>
          </a:p>
        </p:txBody>
      </p:sp>
      <p:sp>
        <p:nvSpPr>
          <p:cNvPr id="25" name="Text 20"/>
          <p:cNvSpPr txBox="1"/>
          <p:nvPr/>
        </p:nvSpPr>
        <p:spPr>
          <a:xfrm>
            <a:off x="8403336"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×½</a:t>
            </a:r>
            <a:endParaRPr lang="en-US" sz="1800" dirty="0"/>
          </a:p>
        </p:txBody>
      </p:sp>
      <p:sp>
        <p:nvSpPr>
          <p:cNvPr id="26" name="Text 21"/>
          <p:cNvSpPr txBox="1"/>
          <p:nvPr/>
        </p:nvSpPr>
        <p:spPr>
          <a:xfrm>
            <a:off x="9070848"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×2</a:t>
            </a:r>
            <a:endParaRPr lang="en-US" sz="1800" dirty="0"/>
          </a:p>
        </p:txBody>
      </p:sp>
      <p:sp>
        <p:nvSpPr>
          <p:cNvPr id="27" name="Text 22"/>
          <p:cNvSpPr txBox="1"/>
          <p:nvPr/>
        </p:nvSpPr>
        <p:spPr>
          <a:xfrm>
            <a:off x="973836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×3</a:t>
            </a:r>
            <a:endParaRPr lang="en-US" sz="1800" dirty="0"/>
          </a:p>
        </p:txBody>
      </p:sp>
      <p:sp>
        <p:nvSpPr>
          <p:cNvPr id="28" name="Text 23"/>
          <p:cNvSpPr txBox="1"/>
          <p:nvPr/>
        </p:nvSpPr>
        <p:spPr>
          <a:xfrm>
            <a:off x="1040587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a:t>
            </a:r>
            <a:endParaRPr lang="en-US" sz="1800" dirty="0"/>
          </a:p>
        </p:txBody>
      </p:sp>
      <p:sp>
        <p:nvSpPr>
          <p:cNvPr id="29" name="Text 24"/>
          <p:cNvSpPr txBox="1"/>
          <p:nvPr/>
        </p:nvSpPr>
        <p:spPr>
          <a:xfrm>
            <a:off x="1107338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×6</a:t>
            </a:r>
            <a:endParaRPr lang="en-US" sz="1800" dirty="0"/>
          </a:p>
        </p:txBody>
      </p:sp>
      <p:sp>
        <p:nvSpPr>
          <p:cNvPr id="30" name="Text 25"/>
          <p:cNvSpPr txBox="1"/>
          <p:nvPr/>
        </p:nvSpPr>
        <p:spPr>
          <a:xfrm>
            <a:off x="6400800" y="4983480"/>
            <a:ext cx="5303520" cy="32004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Cards chain on your last scan</a:t>
            </a:r>
            <a:endParaRPr lang="en-US" sz="1500" dirty="0"/>
          </a:p>
        </p:txBody>
      </p:sp>
      <p:sp>
        <p:nvSpPr>
          <p:cNvPr id="31" name="Text 26"/>
          <p:cNvSpPr txBox="1"/>
          <p:nvPr/>
        </p:nvSpPr>
        <p:spPr>
          <a:xfrm>
            <a:off x="6400800" y="5321808"/>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start</a:t>
            </a:r>
            <a:endParaRPr lang="en-US" sz="1400" dirty="0"/>
          </a:p>
        </p:txBody>
      </p:sp>
      <p:sp>
        <p:nvSpPr>
          <p:cNvPr id="32" name="Shape 27"/>
          <p:cNvSpPr/>
          <p:nvPr/>
        </p:nvSpPr>
        <p:spPr>
          <a:xfrm>
            <a:off x="7635240" y="5349240"/>
            <a:ext cx="91440" cy="219456"/>
          </a:xfrm>
          <a:prstGeom prst="rect">
            <a:avLst/>
          </a:prstGeom>
          <a:solidFill>
            <a:srgbClr val="F2B134"/>
          </a:solidFill>
          <a:ln w="6350">
            <a:solidFill>
              <a:srgbClr val="F2B134"/>
            </a:solidFill>
            <a:prstDash val="solid"/>
          </a:ln>
        </p:spPr>
      </p:sp>
      <p:sp>
        <p:nvSpPr>
          <p:cNvPr id="33" name="Text 28"/>
          <p:cNvSpPr txBox="1"/>
          <p:nvPr/>
        </p:nvSpPr>
        <p:spPr>
          <a:xfrm>
            <a:off x="7836408" y="5321808"/>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1</a:t>
            </a:r>
            <a:endParaRPr lang="en-US" sz="1400" dirty="0"/>
          </a:p>
        </p:txBody>
      </p:sp>
      <p:sp>
        <p:nvSpPr>
          <p:cNvPr id="34" name="Text 29"/>
          <p:cNvSpPr txBox="1"/>
          <p:nvPr/>
        </p:nvSpPr>
        <p:spPr>
          <a:xfrm>
            <a:off x="6400800" y="5650992"/>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play ×6</a:t>
            </a:r>
            <a:endParaRPr lang="en-US" sz="1400" dirty="0"/>
          </a:p>
        </p:txBody>
      </p:sp>
      <p:sp>
        <p:nvSpPr>
          <p:cNvPr id="35" name="Shape 30"/>
          <p:cNvSpPr/>
          <p:nvPr/>
        </p:nvSpPr>
        <p:spPr>
          <a:xfrm>
            <a:off x="7635240" y="5678424"/>
            <a:ext cx="548640" cy="219456"/>
          </a:xfrm>
          <a:prstGeom prst="rect">
            <a:avLst/>
          </a:prstGeom>
          <a:solidFill>
            <a:srgbClr val="1FB5A8"/>
          </a:solidFill>
          <a:ln w="6350">
            <a:solidFill>
              <a:srgbClr val="1FB5A8"/>
            </a:solidFill>
            <a:prstDash val="solid"/>
          </a:ln>
        </p:spPr>
      </p:sp>
      <p:sp>
        <p:nvSpPr>
          <p:cNvPr id="36" name="Text 31"/>
          <p:cNvSpPr txBox="1"/>
          <p:nvPr/>
        </p:nvSpPr>
        <p:spPr>
          <a:xfrm>
            <a:off x="8293608" y="5650992"/>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6 × start</a:t>
            </a:r>
            <a:endParaRPr lang="en-US" sz="1400" dirty="0"/>
          </a:p>
        </p:txBody>
      </p:sp>
      <p:sp>
        <p:nvSpPr>
          <p:cNvPr id="37" name="Text 32"/>
          <p:cNvSpPr txBox="1"/>
          <p:nvPr/>
        </p:nvSpPr>
        <p:spPr>
          <a:xfrm>
            <a:off x="6400800" y="5980176"/>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then ×3</a:t>
            </a:r>
            <a:endParaRPr lang="en-US" sz="1400" dirty="0"/>
          </a:p>
        </p:txBody>
      </p:sp>
      <p:sp>
        <p:nvSpPr>
          <p:cNvPr id="38" name="Shape 33"/>
          <p:cNvSpPr/>
          <p:nvPr/>
        </p:nvSpPr>
        <p:spPr>
          <a:xfrm>
            <a:off x="7635240" y="6007608"/>
            <a:ext cx="1645920" cy="219456"/>
          </a:xfrm>
          <a:prstGeom prst="rect">
            <a:avLst/>
          </a:prstGeom>
          <a:solidFill>
            <a:srgbClr val="1FB5A8"/>
          </a:solidFill>
          <a:ln w="6350">
            <a:solidFill>
              <a:srgbClr val="1FB5A8"/>
            </a:solidFill>
            <a:prstDash val="solid"/>
          </a:ln>
        </p:spPr>
      </p:sp>
      <p:sp>
        <p:nvSpPr>
          <p:cNvPr id="39" name="Text 34"/>
          <p:cNvSpPr txBox="1"/>
          <p:nvPr/>
        </p:nvSpPr>
        <p:spPr>
          <a:xfrm>
            <a:off x="9390888" y="5980176"/>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18 × start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2026-10-18T15:52:32Z</dcterms:created>
  <dcterms:modified xsi:type="dcterms:W3CDTF">2026-10-18T15:52:32Z</dcterms:modified>
</cp:coreProperties>
</file>