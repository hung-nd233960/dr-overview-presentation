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on its own exposure; the new image appears for both teams, so they compare. The first team's card is blocked for the second team that round. First pick alternates (the Random button decides round 1).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2.5 min</a:t>
            </a:r>
            <a:endParaRPr lang="en-US" sz="1600" dirty="0"/>
          </a:p>
        </p:txBody>
      </p:sp>
      <p:sp>
        <p:nvSpPr>
          <p:cNvPr id="7" name="Text 4"/>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9" name="Text 6"/>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round: play a × card on your own exposure. New image, more dose.</a:t>
            </a:r>
            <a:endParaRPr lang="en-US" sz="1800" dirty="0"/>
          </a:p>
        </p:txBody>
      </p:sp>
      <p:sp>
        <p:nvSpPr>
          <p:cNvPr id="11" name="Text 8"/>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9"/>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No copying: the first team’s card is blocked for the second.</a:t>
            </a:r>
            <a:endParaRPr lang="en-US" sz="1800" dirty="0"/>
          </a:p>
        </p:txBody>
      </p:sp>
      <p:sp>
        <p:nvSpPr>
          <p:cNvPr id="13" name="Text 10"/>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1"/>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Up to 4 rounds, or STAND. The other team keeps playing. Last image counts.</a:t>
            </a:r>
            <a:endParaRPr lang="en-US" sz="1800" dirty="0"/>
          </a:p>
        </p:txBody>
      </p:sp>
      <p:sp>
        <p:nvSpPr>
          <p:cNvPr id="15" name="Text 12"/>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6"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7" name="Shape 13"/>
          <p:cNvSpPr/>
          <p:nvPr/>
        </p:nvSpPr>
        <p:spPr>
          <a:xfrm>
            <a:off x="8915400" y="2423160"/>
            <a:ext cx="411480" cy="0"/>
          </a:xfrm>
          <a:prstGeom prst="line">
            <a:avLst/>
          </a:prstGeom>
          <a:noFill/>
          <a:ln w="38100">
            <a:solidFill>
              <a:srgbClr val="14325C"/>
            </a:solidFill>
            <a:prstDash val="solid"/>
            <a:tailEnd type="triangle"/>
          </a:ln>
        </p:spPr>
      </p:sp>
      <p:pic>
        <p:nvPicPr>
          <p:cNvPr id="18"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19" name="Text 14"/>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0" name="Text 15"/>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1" name="Text 16"/>
          <p:cNvSpPr txBox="1"/>
          <p:nvPr/>
        </p:nvSpPr>
        <p:spPr>
          <a:xfrm>
            <a:off x="640080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×⅙</a:t>
            </a:r>
            <a:endParaRPr lang="en-US" sz="1800" dirty="0"/>
          </a:p>
        </p:txBody>
      </p:sp>
      <p:sp>
        <p:nvSpPr>
          <p:cNvPr id="22" name="Text 17"/>
          <p:cNvSpPr txBox="1"/>
          <p:nvPr/>
        </p:nvSpPr>
        <p:spPr>
          <a:xfrm>
            <a:off x="706831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×¼</a:t>
            </a:r>
            <a:endParaRPr lang="en-US" sz="1800" dirty="0"/>
          </a:p>
        </p:txBody>
      </p:sp>
      <p:sp>
        <p:nvSpPr>
          <p:cNvPr id="23" name="Text 18"/>
          <p:cNvSpPr txBox="1"/>
          <p:nvPr/>
        </p:nvSpPr>
        <p:spPr>
          <a:xfrm>
            <a:off x="773582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×⅓</a:t>
            </a:r>
            <a:endParaRPr lang="en-US" sz="1800" dirty="0"/>
          </a:p>
        </p:txBody>
      </p:sp>
      <p:sp>
        <p:nvSpPr>
          <p:cNvPr id="24" name="Text 19"/>
          <p:cNvSpPr txBox="1"/>
          <p:nvPr/>
        </p:nvSpPr>
        <p:spPr>
          <a:xfrm>
            <a:off x="8403336"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×½</a:t>
            </a:r>
            <a:endParaRPr lang="en-US" sz="1800" dirty="0"/>
          </a:p>
        </p:txBody>
      </p:sp>
      <p:sp>
        <p:nvSpPr>
          <p:cNvPr id="25" name="Text 20"/>
          <p:cNvSpPr txBox="1"/>
          <p:nvPr/>
        </p:nvSpPr>
        <p:spPr>
          <a:xfrm>
            <a:off x="9070848"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×2</a:t>
            </a:r>
            <a:endParaRPr lang="en-US" sz="1800" dirty="0"/>
          </a:p>
        </p:txBody>
      </p:sp>
      <p:sp>
        <p:nvSpPr>
          <p:cNvPr id="26" name="Text 21"/>
          <p:cNvSpPr txBox="1"/>
          <p:nvPr/>
        </p:nvSpPr>
        <p:spPr>
          <a:xfrm>
            <a:off x="973836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×3</a:t>
            </a:r>
            <a:endParaRPr lang="en-US" sz="1800" dirty="0"/>
          </a:p>
        </p:txBody>
      </p:sp>
      <p:sp>
        <p:nvSpPr>
          <p:cNvPr id="27" name="Text 22"/>
          <p:cNvSpPr txBox="1"/>
          <p:nvPr/>
        </p:nvSpPr>
        <p:spPr>
          <a:xfrm>
            <a:off x="1040587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×4</a:t>
            </a:r>
            <a:endParaRPr lang="en-US" sz="1800" dirty="0"/>
          </a:p>
        </p:txBody>
      </p:sp>
      <p:sp>
        <p:nvSpPr>
          <p:cNvPr id="28" name="Text 23"/>
          <p:cNvSpPr txBox="1"/>
          <p:nvPr/>
        </p:nvSpPr>
        <p:spPr>
          <a:xfrm>
            <a:off x="1107338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×6</a:t>
            </a:r>
            <a:endParaRPr lang="en-US" sz="1800" dirty="0"/>
          </a:p>
        </p:txBody>
      </p:sp>
      <p:sp>
        <p:nvSpPr>
          <p:cNvPr id="29" name="Text 24"/>
          <p:cNvSpPr txBox="1"/>
          <p:nvPr/>
        </p:nvSpPr>
        <p:spPr>
          <a:xfrm>
            <a:off x="6400800" y="5029200"/>
            <a:ext cx="2743200" cy="320040"/>
          </a:xfrm>
          <a:prstGeom prst="rect">
            <a:avLst/>
          </a:prstGeom>
          <a:noFill/>
          <a:ln/>
        </p:spPr>
        <p:txBody>
          <a:bodyPr wrap="square" lIns="0" tIns="0" rIns="0" bIns="0" rtlCol="0" anchor="t"/>
          <a:lstStyle/>
          <a:p>
            <a:pPr algn="l" indent="0" marL="0">
              <a:buNone/>
            </a:pPr>
            <a:r>
              <a:rPr lang="en-US" sz="1500" dirty="0">
                <a:solidFill>
                  <a:srgbClr val="5A6B7D"/>
                </a:solidFill>
                <a:latin typeface="Calibri" pitchFamily="34" charset="0"/>
                <a:ea typeface="Calibri" pitchFamily="34" charset="-122"/>
                <a:cs typeface="Calibri" pitchFamily="34" charset="-120"/>
              </a:rPr>
              <a:t>Dose bar (relative):</a:t>
            </a:r>
            <a:endParaRPr lang="en-US" sz="1500" dirty="0"/>
          </a:p>
        </p:txBody>
      </p:sp>
      <p:sp>
        <p:nvSpPr>
          <p:cNvPr id="30" name="Shape 25"/>
          <p:cNvSpPr/>
          <p:nvPr/>
        </p:nvSpPr>
        <p:spPr>
          <a:xfrm>
            <a:off x="6400800" y="5440680"/>
            <a:ext cx="1737360" cy="365760"/>
          </a:xfrm>
          <a:prstGeom prst="rect">
            <a:avLst/>
          </a:prstGeom>
          <a:solidFill>
            <a:srgbClr val="3FBF6B"/>
          </a:solidFill>
          <a:ln w="6350">
            <a:solidFill>
              <a:srgbClr val="3FBF6B"/>
            </a:solidFill>
            <a:prstDash val="solid"/>
          </a:ln>
        </p:spPr>
      </p:sp>
      <p:sp>
        <p:nvSpPr>
          <p:cNvPr id="31" name="Shape 26"/>
          <p:cNvSpPr/>
          <p:nvPr/>
        </p:nvSpPr>
        <p:spPr>
          <a:xfrm>
            <a:off x="8138160" y="5440680"/>
            <a:ext cx="1737360" cy="365760"/>
          </a:xfrm>
          <a:prstGeom prst="rect">
            <a:avLst/>
          </a:prstGeom>
          <a:solidFill>
            <a:srgbClr val="F2B134"/>
          </a:solidFill>
          <a:ln w="6350">
            <a:solidFill>
              <a:srgbClr val="F2B134"/>
            </a:solidFill>
            <a:prstDash val="solid"/>
          </a:ln>
        </p:spPr>
      </p:sp>
      <p:sp>
        <p:nvSpPr>
          <p:cNvPr id="32" name="Shape 27"/>
          <p:cNvSpPr/>
          <p:nvPr/>
        </p:nvSpPr>
        <p:spPr>
          <a:xfrm>
            <a:off x="9875520" y="5440680"/>
            <a:ext cx="1737360" cy="365760"/>
          </a:xfrm>
          <a:prstGeom prst="rect">
            <a:avLst/>
          </a:prstGeom>
          <a:solidFill>
            <a:srgbClr val="E2574C"/>
          </a:solidFill>
          <a:ln w="6350">
            <a:solidFill>
              <a:srgbClr val="E2574C"/>
            </a:solidFill>
            <a:prstDash val="solid"/>
          </a:ln>
        </p:spPr>
      </p:sp>
      <p:sp>
        <p:nvSpPr>
          <p:cNvPr id="33" name="Text 28"/>
          <p:cNvSpPr txBox="1"/>
          <p:nvPr/>
        </p:nvSpPr>
        <p:spPr>
          <a:xfrm>
            <a:off x="6400800" y="5897880"/>
            <a:ext cx="5212080" cy="36576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Open DR_Lab.html → tab 3</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2026-10-18T15:33:43Z</dcterms:created>
  <dcterms:modified xsi:type="dcterms:W3CDTF">2026-10-18T15:33:43Z</dcterms:modified>
</cp:coreProperties>
</file>